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73" r:id="rId7"/>
    <p:sldId id="264" r:id="rId8"/>
    <p:sldId id="269" r:id="rId9"/>
    <p:sldId id="270" r:id="rId10"/>
    <p:sldId id="271" r:id="rId11"/>
    <p:sldId id="272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B4D9"/>
    <a:srgbClr val="009B60"/>
    <a:srgbClr val="61DAFB"/>
    <a:srgbClr val="20232A"/>
    <a:srgbClr val="343343"/>
    <a:srgbClr val="BFBFBF"/>
    <a:srgbClr val="383E4A"/>
    <a:srgbClr val="3F3B46"/>
    <a:srgbClr val="333300"/>
    <a:srgbClr val="2501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-544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1196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562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9128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1039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0317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4751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9437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47243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2787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4468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8675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A059B-C85F-4275-81BC-A63502463971}" type="datetimeFigureOut">
              <a:rPr lang="en-IN" smtClean="0"/>
              <a:pPr/>
              <a:t>12-07-2023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D1FA8-94D2-49F9-99D9-4441CCE30E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458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91739" y="3393222"/>
            <a:ext cx="100085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INTRODUCTION TO </a:t>
            </a:r>
            <a:r>
              <a:rPr lang="en-IN" sz="6000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 API</a:t>
            </a:r>
            <a:endParaRPr lang="en-IN" sz="6000" dirty="0">
              <a:solidFill>
                <a:srgbClr val="009B6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789519" y="4549779"/>
            <a:ext cx="8570422" cy="13908"/>
          </a:xfrm>
          <a:prstGeom prst="line">
            <a:avLst/>
          </a:prstGeom>
          <a:ln w="12700">
            <a:solidFill>
              <a:srgbClr val="009B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Understanding Rest API and its Uses in Web Application Develop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8858" y="535722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0975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What is an </a:t>
            </a:r>
            <a:r>
              <a:rPr lang="en-IN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API</a:t>
            </a:r>
            <a:r>
              <a:rPr lang="en-IN" dirty="0" smtClean="0">
                <a:solidFill>
                  <a:schemeClr val="bg1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IN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?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API stands for </a:t>
            </a:r>
            <a:r>
              <a:rPr lang="en-US" dirty="0" smtClean="0">
                <a:solidFill>
                  <a:srgbClr val="009B60"/>
                </a:solidFill>
              </a:rPr>
              <a:t>A</a:t>
            </a:r>
            <a:r>
              <a:rPr lang="en-US" dirty="0" smtClean="0">
                <a:solidFill>
                  <a:schemeClr val="bg1"/>
                </a:solidFill>
              </a:rPr>
              <a:t>pplication </a:t>
            </a:r>
            <a:r>
              <a:rPr lang="en-US" dirty="0" smtClean="0">
                <a:solidFill>
                  <a:srgbClr val="009B60"/>
                </a:solidFill>
              </a:rPr>
              <a:t>P</a:t>
            </a:r>
            <a:r>
              <a:rPr lang="en-US" dirty="0" smtClean="0">
                <a:solidFill>
                  <a:schemeClr val="bg1"/>
                </a:solidFill>
              </a:rPr>
              <a:t>rogramming </a:t>
            </a:r>
            <a:r>
              <a:rPr lang="en-US" dirty="0" smtClean="0">
                <a:solidFill>
                  <a:srgbClr val="009B60"/>
                </a:solidFill>
              </a:rPr>
              <a:t>I</a:t>
            </a:r>
            <a:r>
              <a:rPr lang="en-US" dirty="0" smtClean="0">
                <a:solidFill>
                  <a:schemeClr val="bg1"/>
                </a:solidFill>
              </a:rPr>
              <a:t>nterface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is a software interface which allows two applications to interact with each other.</a:t>
            </a:r>
          </a:p>
          <a:p>
            <a:r>
              <a:rPr lang="en-US" dirty="0">
                <a:solidFill>
                  <a:schemeClr val="bg1"/>
                </a:solidFill>
              </a:rPr>
              <a:t>An API is a set of defined rules that explain how computers or applications communicate with one another. </a:t>
            </a:r>
            <a:r>
              <a:rPr lang="en-US" dirty="0" smtClean="0">
                <a:solidFill>
                  <a:schemeClr val="bg1"/>
                </a:solidFill>
              </a:rPr>
              <a:t>It sits </a:t>
            </a:r>
            <a:r>
              <a:rPr lang="en-US" dirty="0">
                <a:solidFill>
                  <a:schemeClr val="bg1"/>
                </a:solidFill>
              </a:rPr>
              <a:t>between </a:t>
            </a:r>
            <a:r>
              <a:rPr lang="en-US" smtClean="0">
                <a:solidFill>
                  <a:schemeClr val="bg1"/>
                </a:solidFill>
              </a:rPr>
              <a:t>a client application </a:t>
            </a:r>
            <a:r>
              <a:rPr lang="en-US" dirty="0">
                <a:solidFill>
                  <a:schemeClr val="bg1"/>
                </a:solidFill>
              </a:rPr>
              <a:t>and the web server, acting as an intermediary layer that processes data transfer between systems.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2142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How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API</a:t>
            </a:r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works ?</a:t>
            </a:r>
            <a:endParaRPr lang="en-IN" dirty="0">
              <a:solidFill>
                <a:srgbClr val="009B6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38200" y="2784763"/>
            <a:ext cx="1521230" cy="18620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Client</a:t>
            </a: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8513618" y="2784763"/>
            <a:ext cx="1521230" cy="18620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Server</a:t>
            </a:r>
            <a:endParaRPr lang="en-IN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359430" y="3200400"/>
            <a:ext cx="6154188" cy="1"/>
          </a:xfrm>
          <a:prstGeom prst="straightConnector1">
            <a:avLst/>
          </a:prstGeom>
          <a:ln w="28575">
            <a:solidFill>
              <a:srgbClr val="009B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2359430" y="4076007"/>
            <a:ext cx="6154188" cy="1"/>
          </a:xfrm>
          <a:prstGeom prst="straightConnector1">
            <a:avLst/>
          </a:prstGeom>
          <a:ln w="28575">
            <a:solidFill>
              <a:srgbClr val="009B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709949" y="2784763"/>
            <a:ext cx="756458" cy="756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Request</a:t>
            </a:r>
            <a:endParaRPr lang="en-IN" sz="800" dirty="0"/>
          </a:p>
        </p:txBody>
      </p:sp>
      <p:sp>
        <p:nvSpPr>
          <p:cNvPr id="15" name="Oval 14"/>
          <p:cNvSpPr/>
          <p:nvPr/>
        </p:nvSpPr>
        <p:spPr>
          <a:xfrm>
            <a:off x="7284719" y="3664525"/>
            <a:ext cx="836816" cy="8368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Response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4509616" y="3372137"/>
            <a:ext cx="1059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HTTP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00481" y="4132009"/>
            <a:ext cx="94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Rest API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33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11111E-6 L 0.41289 -1.1111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40234 1.11111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Real life example of an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API</a:t>
            </a:r>
            <a:endParaRPr lang="en-IN" dirty="0">
              <a:solidFill>
                <a:srgbClr val="009B60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8200" y="2207645"/>
            <a:ext cx="1949824" cy="3899650"/>
          </a:xfrm>
          <a:prstGeom prst="rect">
            <a:avLst/>
          </a:prstGeom>
        </p:spPr>
      </p:pic>
      <p:pic>
        <p:nvPicPr>
          <p:cNvPr id="2050" name="Picture 2" descr="Salesforce to Salesforce REST API Integration - SalesforceProf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09411" y="2532529"/>
            <a:ext cx="4191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>
            <a:off x="2788024" y="3469344"/>
            <a:ext cx="5334000" cy="0"/>
          </a:xfrm>
          <a:prstGeom prst="straightConnector1">
            <a:avLst/>
          </a:prstGeom>
          <a:ln w="28575">
            <a:solidFill>
              <a:srgbClr val="009B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Building JSON Objects in Microsoft 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81513" y="3644716"/>
            <a:ext cx="1334341" cy="133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 flipH="1">
            <a:off x="4688541" y="4005070"/>
            <a:ext cx="2979458" cy="0"/>
          </a:xfrm>
          <a:prstGeom prst="straightConnector1">
            <a:avLst/>
          </a:prstGeom>
          <a:ln w="28575">
            <a:solidFill>
              <a:srgbClr val="009B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752164" y="4005070"/>
            <a:ext cx="833718" cy="0"/>
          </a:xfrm>
          <a:prstGeom prst="straightConnector1">
            <a:avLst/>
          </a:prstGeom>
          <a:ln w="28575">
            <a:solidFill>
              <a:srgbClr val="009B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46187" y="3125697"/>
            <a:ext cx="94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Request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29492" y="3961040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Response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04135" y="4300075"/>
            <a:ext cx="225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Openweathermap.org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9194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What is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</a:t>
            </a:r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?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REST stands for </a:t>
            </a:r>
            <a:r>
              <a:rPr lang="en-US" dirty="0" smtClean="0">
                <a:solidFill>
                  <a:srgbClr val="009B60"/>
                </a:solidFill>
              </a:rPr>
              <a:t>Re</a:t>
            </a:r>
            <a:r>
              <a:rPr lang="en-US" dirty="0" smtClean="0">
                <a:solidFill>
                  <a:schemeClr val="bg1"/>
                </a:solidFill>
              </a:rPr>
              <a:t>presentational </a:t>
            </a:r>
            <a:r>
              <a:rPr lang="en-US" dirty="0" smtClean="0">
                <a:solidFill>
                  <a:srgbClr val="009B60"/>
                </a:solidFill>
              </a:rPr>
              <a:t>S</a:t>
            </a:r>
            <a:r>
              <a:rPr lang="en-US" dirty="0" smtClean="0">
                <a:solidFill>
                  <a:schemeClr val="bg1"/>
                </a:solidFill>
              </a:rPr>
              <a:t>tate </a:t>
            </a:r>
            <a:r>
              <a:rPr lang="en-US" dirty="0" smtClean="0">
                <a:solidFill>
                  <a:srgbClr val="009B60"/>
                </a:solidFill>
              </a:rPr>
              <a:t>T</a:t>
            </a:r>
            <a:r>
              <a:rPr lang="en-US" dirty="0" smtClean="0">
                <a:solidFill>
                  <a:schemeClr val="bg1"/>
                </a:solidFill>
              </a:rPr>
              <a:t>ransfer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is an architectural style for creating HTTP based services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REST API works on the concept of resources. Every resource have a unique URI and an associated Http Verb.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446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HTTP </a:t>
            </a:r>
            <a:r>
              <a:rPr lang="en-US" dirty="0" smtClean="0">
                <a:solidFill>
                  <a:schemeClr val="accent4"/>
                </a:solidFill>
                <a:latin typeface="Bahnschrift" panose="020B0502040204020203" pitchFamily="34" charset="0"/>
              </a:rPr>
              <a:t>Verbs</a:t>
            </a:r>
            <a:endParaRPr lang="en-IN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/>
                </a:solidFill>
              </a:rPr>
              <a:t>GET</a:t>
            </a:r>
            <a:r>
              <a:rPr lang="en-US" dirty="0" smtClean="0">
                <a:solidFill>
                  <a:schemeClr val="bg1"/>
                </a:solidFill>
              </a:rPr>
              <a:t> – To Get the Data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POST</a:t>
            </a:r>
            <a:r>
              <a:rPr lang="en-US" dirty="0" smtClean="0">
                <a:solidFill>
                  <a:schemeClr val="bg1"/>
                </a:solidFill>
              </a:rPr>
              <a:t> – For Creating Data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PUT</a:t>
            </a:r>
            <a:r>
              <a:rPr lang="en-US" dirty="0" smtClean="0">
                <a:solidFill>
                  <a:schemeClr val="bg1"/>
                </a:solidFill>
              </a:rPr>
              <a:t> – For Updating Data</a:t>
            </a:r>
          </a:p>
          <a:p>
            <a:r>
              <a:rPr lang="en-US" dirty="0" smtClean="0">
                <a:solidFill>
                  <a:schemeClr val="accent4"/>
                </a:solidFill>
              </a:rPr>
              <a:t>DELETE</a:t>
            </a:r>
            <a:r>
              <a:rPr lang="en-US" dirty="0" smtClean="0">
                <a:solidFill>
                  <a:schemeClr val="bg1"/>
                </a:solidFill>
              </a:rPr>
              <a:t> – For Deleting Data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60493" y="4912658"/>
            <a:ext cx="7265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https://www.cybershop.com/api/products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050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GET All Information from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 API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Flowchart: Alternate Process 3"/>
          <p:cNvSpPr/>
          <p:nvPr/>
        </p:nvSpPr>
        <p:spPr>
          <a:xfrm>
            <a:off x="1568824" y="2752165"/>
            <a:ext cx="2290482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/</a:t>
            </a:r>
            <a:r>
              <a:rPr lang="en-US" dirty="0" err="1" smtClean="0"/>
              <a:t>api</a:t>
            </a:r>
            <a:r>
              <a:rPr lang="en-US" dirty="0" smtClean="0"/>
              <a:t>/products</a:t>
            </a:r>
            <a:endParaRPr lang="en-IN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5849469" y="2752165"/>
            <a:ext cx="3169025" cy="173018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[</a:t>
            </a:r>
          </a:p>
          <a:p>
            <a:pPr algn="ctr"/>
            <a:r>
              <a:rPr lang="en-US" dirty="0" smtClean="0"/>
              <a:t>{id: 1, name: ‘Laptop’},</a:t>
            </a:r>
          </a:p>
          <a:p>
            <a:pPr algn="ctr"/>
            <a:r>
              <a:rPr lang="en-US" dirty="0"/>
              <a:t>{id: </a:t>
            </a:r>
            <a:r>
              <a:rPr lang="en-US" dirty="0" smtClean="0"/>
              <a:t>2, </a:t>
            </a:r>
            <a:r>
              <a:rPr lang="en-US" dirty="0"/>
              <a:t>name: </a:t>
            </a:r>
            <a:r>
              <a:rPr lang="en-US" dirty="0" smtClean="0"/>
              <a:t>‘Camera’},</a:t>
            </a:r>
          </a:p>
          <a:p>
            <a:r>
              <a:rPr lang="en-US" dirty="0" smtClean="0"/>
              <a:t>       ……</a:t>
            </a:r>
          </a:p>
          <a:p>
            <a:r>
              <a:rPr lang="en-US" dirty="0"/>
              <a:t>]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066867" y="2407865"/>
            <a:ext cx="94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Request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61832" y="2372005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Response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21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GET Information from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 API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Flowchart: Alternate Process 3"/>
          <p:cNvSpPr/>
          <p:nvPr/>
        </p:nvSpPr>
        <p:spPr>
          <a:xfrm>
            <a:off x="1393774" y="2752165"/>
            <a:ext cx="2290482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/</a:t>
            </a:r>
            <a:r>
              <a:rPr lang="en-US" dirty="0" err="1" smtClean="0"/>
              <a:t>api</a:t>
            </a:r>
            <a:r>
              <a:rPr lang="en-US" dirty="0" smtClean="0"/>
              <a:t>/products/1</a:t>
            </a:r>
            <a:endParaRPr lang="en-IN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5849469" y="2752165"/>
            <a:ext cx="3169025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{id: 1, name: ‘Laptop’}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066867" y="2407865"/>
            <a:ext cx="94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Request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61832" y="2372005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Response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6674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POST Information to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 API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Flowchart: Alternate Process 3"/>
          <p:cNvSpPr/>
          <p:nvPr/>
        </p:nvSpPr>
        <p:spPr>
          <a:xfrm>
            <a:off x="1393773" y="2752164"/>
            <a:ext cx="2810673" cy="2348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/</a:t>
            </a:r>
            <a:r>
              <a:rPr lang="en-US" dirty="0" err="1" smtClean="0"/>
              <a:t>api</a:t>
            </a:r>
            <a:r>
              <a:rPr lang="en-US" dirty="0" smtClean="0"/>
              <a:t>/products</a:t>
            </a:r>
          </a:p>
          <a:p>
            <a:endParaRPr lang="en-US" dirty="0" smtClean="0"/>
          </a:p>
          <a:p>
            <a:r>
              <a:rPr lang="en-US" dirty="0" smtClean="0"/>
              <a:t>Request Body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Id: 3,</a:t>
            </a:r>
          </a:p>
          <a:p>
            <a:r>
              <a:rPr lang="en-US" dirty="0" smtClean="0"/>
              <a:t>Name: ‘Tablet’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5849468" y="2752165"/>
            <a:ext cx="4002743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{status: 200, message: ‘Product Added’}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326960" y="2382832"/>
            <a:ext cx="94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Request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0081" y="2382832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Response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912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Update Information to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 API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Flowchart: Alternate Process 3"/>
          <p:cNvSpPr/>
          <p:nvPr/>
        </p:nvSpPr>
        <p:spPr>
          <a:xfrm>
            <a:off x="1393773" y="2752164"/>
            <a:ext cx="2810673" cy="2348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PUT /</a:t>
            </a:r>
            <a:r>
              <a:rPr lang="en-US" dirty="0" err="1" smtClean="0"/>
              <a:t>api</a:t>
            </a:r>
            <a:r>
              <a:rPr lang="en-US" dirty="0" smtClean="0"/>
              <a:t>/products/2</a:t>
            </a:r>
          </a:p>
          <a:p>
            <a:endParaRPr lang="en-US" dirty="0" smtClean="0"/>
          </a:p>
          <a:p>
            <a:r>
              <a:rPr lang="en-US" dirty="0" smtClean="0"/>
              <a:t>Request Body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Id: 3,</a:t>
            </a:r>
          </a:p>
          <a:p>
            <a:r>
              <a:rPr lang="en-US" dirty="0" smtClean="0"/>
              <a:t>Name: ‘Tablet’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5849468" y="2752165"/>
            <a:ext cx="4316508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{status: 200, message: ‘Product Updated’}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326960" y="2382832"/>
            <a:ext cx="94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Request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0081" y="2382832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Response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55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DELETE Information from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 API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Flowchart: Alternate Process 3"/>
          <p:cNvSpPr/>
          <p:nvPr/>
        </p:nvSpPr>
        <p:spPr>
          <a:xfrm>
            <a:off x="1393773" y="2752165"/>
            <a:ext cx="2550697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DELETE /</a:t>
            </a:r>
            <a:r>
              <a:rPr lang="en-US" dirty="0" err="1" smtClean="0"/>
              <a:t>api</a:t>
            </a:r>
            <a:r>
              <a:rPr lang="en-US" dirty="0" smtClean="0"/>
              <a:t>/products/1</a:t>
            </a:r>
            <a:endParaRPr lang="en-IN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5849469" y="2752165"/>
            <a:ext cx="3169025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{id: 1, name: ‘Laptop’}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066867" y="2407865"/>
            <a:ext cx="94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Request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6222" y="2382833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Response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5849468" y="2752165"/>
            <a:ext cx="4316508" cy="8247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{status: 200, message: ‘Product Deleted’}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7338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96472" y="1982975"/>
            <a:ext cx="10237694" cy="23876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Lets Code a Simple </a:t>
            </a:r>
            <a:r>
              <a:rPr lang="en-US" dirty="0" smtClean="0">
                <a:solidFill>
                  <a:srgbClr val="009B60"/>
                </a:solidFill>
                <a:latin typeface="Bahnschrift" panose="020B0502040204020203" pitchFamily="34" charset="0"/>
              </a:rPr>
              <a:t>REST API</a:t>
            </a:r>
            <a:r>
              <a:rPr lang="en-US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 in </a:t>
            </a:r>
            <a:r>
              <a:rPr lang="en-US" dirty="0" smtClean="0">
                <a:solidFill>
                  <a:srgbClr val="59B4D9"/>
                </a:solidFill>
                <a:latin typeface="Bahnschrift" panose="020B0502040204020203" pitchFamily="34" charset="0"/>
              </a:rPr>
              <a:t>ASP .NET Core</a:t>
            </a:r>
            <a:endParaRPr lang="en-IN" dirty="0">
              <a:solidFill>
                <a:srgbClr val="59B4D9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686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</Template>
  <TotalTime>130</TotalTime>
  <Words>325</Words>
  <Application>Microsoft Office PowerPoint</Application>
  <PresentationFormat>Custom</PresentationFormat>
  <Paragraphs>69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What is an API ?</vt:lpstr>
      <vt:lpstr>How API works ?</vt:lpstr>
      <vt:lpstr>Real life example of an API</vt:lpstr>
      <vt:lpstr>What is REST ?</vt:lpstr>
      <vt:lpstr>HTTP Verbs</vt:lpstr>
      <vt:lpstr>GET All Information from REST API</vt:lpstr>
      <vt:lpstr>GET Information from REST API</vt:lpstr>
      <vt:lpstr>POST Information to REST API</vt:lpstr>
      <vt:lpstr>Update Information to REST API</vt:lpstr>
      <vt:lpstr>DELETE Information from REST API</vt:lpstr>
      <vt:lpstr>Lets Code a Simple REST API in ASP .NET Core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Dhiraj</dc:creator>
  <cp:lastModifiedBy>ADMIN</cp:lastModifiedBy>
  <cp:revision>21</cp:revision>
  <dcterms:created xsi:type="dcterms:W3CDTF">2020-04-08T07:27:42Z</dcterms:created>
  <dcterms:modified xsi:type="dcterms:W3CDTF">2023-07-12T18:23:18Z</dcterms:modified>
</cp:coreProperties>
</file>